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solidFill>
            <a:srgbClr val="02C39A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proyectos de IA,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cero a producción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 +  Clasificador de Residuos Reciclables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· decisiones de diseño · bugs reales y cómo se resolvieron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repasar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733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— Chatbot RAG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2082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decisiones, bugs y deploy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7249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— Clasificador de Residuos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07238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learning, ONNX, bugs y deploy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94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776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transversales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12394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repite entre ambos proyectos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846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8280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517550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sigue el portafolio de IA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RAG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preguntas sobre mi experiencia, basado en mis propios documentos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RAG y no solo un LLM?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normal solo responde con lo que memorizó en su entrenamiento — no sabe nada sobre mí en particular. Preguntarle directamente "¿quién es Nicolas?" no da ninguna información real.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RAG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Generation: antes de responder, se le entrega al LLM un puñado de fragmentos relevantes de mis propios documentos, directamente en el prompt. El modelo no se re-entrena — solo lee el contexto en el momento.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fases separadas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 — Indexado (una vez, al arrancar)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Trocear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 — Consulta (en cada mensaje)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chunks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vector store construido en la Fase A queda en memoria y se reutiliza en cada consulta de la Fase B — por eso indexar es "una vez" y consultar es "cada mensaje".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FASE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Indexado: de documentos a vectores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documentos (load_documents)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data/, usa TextLoader para .md/.txt y PyPDFLoader para .pdf. Hoy: un solo archivo con mi bio, experiencia y proyectos.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037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03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0550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Trocear en chunks (RecursiveCharacterTextSplitter)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640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chunk_size=800, chunk_overlap=100. Chunks pequeños se embeben con más precisión que un documento gigante.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76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8279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embeddings (FastEmbedEmbeddings)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369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sentence-transformers/all-MiniLM-L6-v2 vía ONNX Runtime — corre local y gratis, sin PyTorch.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495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14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6008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 Chroma (Chroma.from_documents)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7098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vectorial en memoria: guarda pares (texto, vector) y busca los más cercanos por similitud.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FASE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Consulta: de pregunta a respuesta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Embeber la pregunta y buscar (retriever.invoke)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modelo de embeddings; k=4 → los 4 chunks más similares semánticamente (no por palabras clave).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el prompt con el contexto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chunks se insertan en el system prompt, que instruye al modelo a responder solo desde ahí.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genera la respuesta (llm.invoke)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ChatGroq, modelo openai/gpt-oss-20b, temperature=0.2 (respuestas factuales, no creativas).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(app.py)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helpful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 answering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 about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Nicolas... based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on the context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provided below.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answer isn't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context, say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don't have that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 instead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guessing.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{context}"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~384 números que representa el significado de un texto. Textos similares → vectores cercanos en ese espacio.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Trocear documentos largos en fragmentos pequeños antes de embeberlos, para que cada vector represente una idea, no un promedio borroso de todo.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por significado, no por palabras exactas. "¿A qué se dedica?" puede hacer match con "Ingeniero en Informática".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Anclar al modelo al contexto real vía el system prompt, para que admita no saber en vez de alucinar (inventar).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problemas reales en el camino al deploy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4352544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llama-3.1-8b-instant ya no existía en Groq (catálogo cambió)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listaron los modelos vigentes vía API y se cambió a openai/gpt-oss-20b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90088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2" name="Text 10"/>
          <p:cNvSpPr txBox="1"/>
          <p:nvPr/>
        </p:nvSpPr>
        <p:spPr>
          <a:xfrm>
            <a:off x="7772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16936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memory en Render: sentence-transformers (PyTorch) pasaba los 512MB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2916936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2916936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cambió a FastEmbed (ONNX Runtime) — bajó de &gt;512MB a ~330MB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123944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8" name="Text 16"/>
          <p:cNvSpPr txBox="1"/>
          <p:nvPr/>
        </p:nvSpPr>
        <p:spPr>
          <a:xfrm>
            <a:off x="77724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050792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fastembed==0.4.2 no existía en PyPI para el entorno de Render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197096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4050792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03720" y="4050792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corrigió a una versión real y publicada (0.7.3)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5257800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24" name="Text 22"/>
          <p:cNvSpPr txBox="1"/>
          <p:nvPr/>
        </p:nvSpPr>
        <p:spPr>
          <a:xfrm>
            <a:off x="77724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184648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 de numpy: langchain pide &lt;2.0, fastembed pide ≥2.1 en Python 3.12+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5330952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7" name="Shape 25"/>
          <p:cNvSpPr/>
          <p:nvPr/>
        </p:nvSpPr>
        <p:spPr>
          <a:xfrm>
            <a:off x="6675120" y="5184648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03720" y="5184648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fijó Python 3.10.13 explícitamente en render.yaml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— orquestación del pipeline RAG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— vector store en memoria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 — embeddings vía ONNX Runtime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(openai/gpt-oss-20b) — generación de respuestas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interfaz de chat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 GROQ_API_KEY (secreta)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producción: pregunta real sobre mi experiencia → respuesta correcta y bien fundamentada, citando proyectos reales del contexto.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Clasificador de Residuos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una foto en 6 categorías de reciclaje usando transfer learning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transfer learning?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una red de reconocimiento de imágenes desde cero requiere millones de fotos etiquetadas y días de cómputo en GPU — nada realista para un proyecto de práctica.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transfer learning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de una red ya entrenada en un problema genérico gigante (1000 categorías, 1.2 millones de fotos) y solo reenseñarle la última capa con mis 6 categorías y unos cientos de imágenes.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 vs. inferencia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 — Entrenamiento (train.py, una vez, en mi máquina)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pre-entrenada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Congelar y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capa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ONNX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 — Inferencia (app.py, en cada foto subida)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sube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por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entrenado (waste_classifier.onnx) es el único puente entre las dos fases — por eso el servidor de producción nunca necesita instalar PyTorch.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FASE A (parte 1)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balanceado y modelo 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desbalanceado → muestreo parejo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garythung/trashnet tiene clases muy dispares (ej. "trash" mucho menor que "paper"). Se tomaron 150 imágenes por clase (900 en total) para evitar que el modelo aprenda a favorecer las clases más comunes.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037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03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0550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pre-entrenado (ImageNet)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640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pequeña y rápida, pensada para celulares. Ya sabe detectar bordes, texturas y formas genéricas.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76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8279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Congelar model.features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369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requires_grad = False en todas las capas convolucionales — ese conocimiento visual genérico no se toca.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495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14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6008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model.classifier[1]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7098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capa final con 6 salidas (antes 1000, las clases de ImageNet). Solo esta capa se entrena.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FASE A (parte 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 y exportación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de entrenamiento (5 épocas)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época: predecir → medir error (cross-entropy) → ajustar solo los pesos de la capa final. Accuracy: 50% (época 1) → 78% (época 5).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(RandomHorizontalFlip)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Voltear imágenes al azar durante el entrenamiento para generalizar mejor con pocos datos.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a ONNX (torch.onnx.export)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estándar ejecutable con ONNX Runtime, sin necesitar PyTorch instalado en el servidor de producción.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DEL ENTRENAMIENTO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1/5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1.36 - acc 49.8%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2/5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0.88 - acc 68.7%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3/5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0.71 - acc 75.3%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4/5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0.67 - acc 77.9%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5/5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0.62 - acc 77.9%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Exportado: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waste_classifier.onnx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(8.9 MB)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FASE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Inferencia: la parte más delicada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el modelo ONNX (una sola vez)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InferenceSession al arrancar el servidor — igual que el vectorstore del chatbot.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Preprocesar EXACTO igual que en el entrenamiento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tamaño (160×160), mismo rango (÷255), misma normalización (mean/std de ImageNet), mismo orden de ejes (HWC→CHW). Si algo no calza, el modelo no falla — predice mal en silencio.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convierte logits en probabilidades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números crudos del modelo se convierten en 6 probabilidades que suman 100%, listas para mostrar en gr.Label.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EN LA PRÁCTICA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crudos: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glass:     2.3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metal:     1.8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cardboard: -0.5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softmax ↓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probabilidades: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glass:     77%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metal:     16%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cardboard:  2%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(siempre suman 100%,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incluso si la foto no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ninguna categoría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conocida)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una red ya entrenada en un problema grande y genérico, adaptando solo la parte final a un problema nuevo y específico.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congeladas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que no se actualizan durante el entrenamiento (requires_grad=False) — se preserva el conocimiento visual ya aprendido.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 vs. probabilidades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logits son la salida cruda del modelo (cualquier magnitud); softmax los convierte en probabilidades que suman 100%.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inferencia liviano que ejecuta modelos exportados sin necesitar la librería original (PyTorch) — clave para deploys con poca RAM.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problemas reales en el camino al deploy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2084832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con streaming=True se caía con MemoryError decodificando ciertas imágenes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cambió a descarga normal + muestreo balanceado manual sobre el dataset completo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90088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2" name="Text 10"/>
          <p:cNvSpPr txBox="1"/>
          <p:nvPr/>
        </p:nvSpPr>
        <p:spPr>
          <a:xfrm>
            <a:off x="7772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16936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gradio==5.7.1 crasheaba generando el schema de la API para gr.Label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2916936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2916936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actualizó a gradio==5.50.0, donde el bug ya estaba corregido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torchvision — entrenamiento (solo local/dev)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— arquitectura base (ImageNet)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datasets — garythung/trashnet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— inferencia en producción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interfaz de subida de foto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variables secretas 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corre local, sin API externa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producción: fotos reales de prueba → "cardboard" 99.6%, "glass" 76.7%, "paper" 94.0% de confianza.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Lecciones que se repiten en ambos proyectos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33272"/>
          </a:xfrm>
          <a:prstGeom prst="roundRect">
            <a:avLst>
              <a:gd name="adj" fmla="val 7080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5681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745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Liviano en producción, pesado solo en desarrollo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85416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PyTorch/sentence-transformers entrenan y prueban local; ONNX Runtime / FastEmbed corren en el servidor. La regla: nada de torch en el deploy final.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53512"/>
            <a:ext cx="110642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9050">
            <a:solidFill>
              <a:srgbClr val="F2F7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2724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04495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 versiones, no confíes en "latest"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355848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explícito, versiones exactas en requirements.txt. Los free tiers cambian de Python por defecto sin avisar, y eso rompe builds silenciosamente.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23944"/>
            <a:ext cx="11064240" cy="1033272"/>
          </a:xfrm>
          <a:prstGeom prst="roundRect">
            <a:avLst>
              <a:gd name="adj" fmla="val 7080"/>
            </a:avLst>
          </a:prstGeom>
          <a:solidFill>
            <a:srgbClr val="F2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1538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"Compila" no es "funciona"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526280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proyectos parecían listos tras el build — pero fallaban en runtime real (memoria, bug de esquema). Siempre se probó con una predicción/pregunta real contra el servidor desplegado.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94376"/>
            <a:ext cx="110642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9050">
            <a:solidFill>
              <a:srgbClr val="F2F7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4681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468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38581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free tiers tienen límites reales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696712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512MB de RAM, cold starts de 30-60s, cambios de precios de un día para otro (Hugging Face Spaces). Hay que diseñar para esas restricciones, no asumirlas.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114800"/>
            <a:ext cx="5029200" cy="5029200"/>
          </a:xfrm>
          <a:prstGeom prst="ellipse">
            <a:avLst/>
          </a:prstGeom>
          <a:solidFill>
            <a:srgbClr val="00A896">
              <a:alpha val="11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2 proyectos a un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portafolio de IA completo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373075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3657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con tool-use — el siguiente escalón natural después del RAG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23367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recomendación — fundamentos de ML clásico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73659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4663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(audio) y YOLO (detección) — nuevas modalidades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23951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51663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con LoRA — el más avanzado, para el final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943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portafolio de IA vivirá en un repo nuevo, separado, con un enlace al portafolio web actual.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2026-09-01T00:40:01Z</dcterms:created>
  <dcterms:modified xsi:type="dcterms:W3CDTF">2026-09-01T00:40:01Z</dcterms:modified>
</cp:coreProperties>
</file>