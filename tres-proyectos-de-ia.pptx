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2C39A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proyectos de IA,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cero a producción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· Clasificador de Residuos · Agente Tool-Use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17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· decisiones de diseño · bugs reales y cómo se resolvieron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repasar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53619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— Chatbot RAG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6537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decisiones, bugs y deploy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1460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49631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— Clasificador de Residuos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8254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learning, ONNX, bugs y deploy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7472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4564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— Agente Tool-Use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78561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calling, el loop del agente, bugs y deploy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41655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Lecciones transversales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74573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repite entre los tres proyectos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394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53766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57058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sigue el portafolio de IA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RAG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preguntas sobre mi experiencia, basado en mis propios documentos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RAG y no solo un LLM?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responde con lo que memorizó en su entrenamiento — no sabe nada sobre mí en particular. Preguntarle directamente "¿quién es Nicolas?" no da ninguna información real.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RAG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Generation: antes de responder, se le entrega al LLM un puñado de fragmentos relevantes de mis propios documentos, directamente en el prompt. El modelo no se re-entrena — solo lee el contexto en el momento.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fases separadas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Indexado (una vez, al arrancar)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Consulta (en cada mensaje)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chunks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vector store construido en la Fase A queda en memoria y se reutiliza en cada consulta de la Fase B — por eso indexar es "una vez" y consultar es "cada mensaje".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Indexado: de documentos a vectores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documentos (load_documents)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 data/, usa TextLoader para .md/.txt y PyPDFLoader para .pdf. Hoy: un solo archivo con mi bio, experiencia y proyectos.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en chunks (RecursiveCharacterTextSplitter)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chunk_size=800, chunk_overlap=100. Chunks pequeños se embeben con más precisión que un documento gigante.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embeddings (FastEmbedEmbeddings)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vía ONNX Runtime — corre local y gratis, sin PyTorch.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en Chroma (Chroma.from_documents)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vectorial en memoria: guarda pares (texto, vector) y busca los más cercanos por similitud.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Consulta: de pregunta a respuesta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Embeber la pregunta y buscar (retriever.invoke)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modelo de embeddings; k=4 → los 4 chunks más similares semánticamente (no por palabras clave).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el prompt con el contexto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chunks se insertan en el system prompt, que instruye al modelo a responder solo desde ahí.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genera la respuesta (llm.invoke)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ChatGroq, modelo openai/gpt-oss-20b, temperature=0.2 (respuestas factuales, no creativas).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(app.py)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"You are a helpful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 answering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 about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Nicolas... based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on the context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provided below.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the answer isn't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the context, say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don't have that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information instead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guessing.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{context}"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~384 números que representa el significado de un texto. Textos similares → vectores cercanos en ese espacio.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Trocear documentos largos en fragmentos pequeños antes de embeberlos, para que cada vector represente una idea, no un promedio borroso de todo.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por significado, no por palabras exactas. "¿A qué se dedica?" puede hacer match con "Ingeniero en Informática".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Anclar al modelo al contexto real vía el system prompt, para que admita no saber en vez de alucinar (inventar).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4352544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llama-3.1-8b-instant ya no existía en Groq (catálogo cambió)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listaron los modelos vigentes vía API y se cambió a openai/gpt-oss-20b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memory en Render: sentence-transformers (PyTorch) pasaba los 512MB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FastEmbed (ONNX Runtime) — bajó de &gt;512MB a ~330MB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23944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8" name="Text 16"/>
          <p:cNvSpPr txBox="1"/>
          <p:nvPr/>
        </p:nvSpPr>
        <p:spPr>
          <a:xfrm>
            <a:off x="777240" y="4123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050792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fastembed==0.4.2 no existía en PyPI para el entorno de Render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4197096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50792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050792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a una versión real y publicada (0.7.3)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5257800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24" name="Text 22"/>
          <p:cNvSpPr txBox="1"/>
          <p:nvPr/>
        </p:nvSpPr>
        <p:spPr>
          <a:xfrm>
            <a:off x="777240" y="5257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184648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 de numpy: langchain pide &lt;2.0, fastembed pide ≥2.1 en Python 3.12+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5330952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27" name="Shape 25"/>
          <p:cNvSpPr/>
          <p:nvPr/>
        </p:nvSpPr>
        <p:spPr>
          <a:xfrm>
            <a:off x="6675120" y="5184648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903720" y="5184648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fijó Python 3.10.13 explícitamente en render.yaml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1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— orquestación del pipeline RAG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— vector store en memoria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FastEmbed — embeddings vía ONNX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generación de respuestas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chat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real sobre mi experiencia → respuesta correcta y bien fundamentada, citando proyectos reales del contexto.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Clasificador de Residuos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una foto en 6 categorías de reciclaje usando transfer learning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transfer learning?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una red de reconocimiento de imágenes desde cero requiere millones de fotos etiquetadas y días de cómputo en GPU — nada realista para un proyecto de práctica.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transfer learning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 una red ya entrenada en un problema genérico gigante (1000 categorías, 1.2 millones de fotos) y solo reenseñarle la última capa con mis 6 categorías y unos cientos de imágenes.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vs. inferencia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 — Entrenamiento (train.py, una vez, en mi máquina)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pre-entrenada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capa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ONNX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— Inferencia (app.py, en cada foto subida)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sube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foto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por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→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entrenado (waste_classifier.onnx) es el único puente entre las dos fases — por eso el servidor de producción nunca necesita instalar PyTorch.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1)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balanceado y modelo base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desbalanceado → muestreo parejo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garythung/trashnet tiene clases muy dispares (ej. "trash" mucho menor que "paper"). Se tomaron 150 imágenes por clase (900 en total) para evitar que el modelo aprenda a favorecer las clases más comunes.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pre-entrenado (ImageNet)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pequeña y rápida, pensada para celulares. Ya sabe detectar bordes, texturas y formas genéricas.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model.features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requires_grad = False en todas las capas convolucionales — ese conocimiento visual genérico no se toca.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Reemplazar model.classifier[1]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1033272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capa final con 6 salidas (antes 1000, las clases de ImageNet). Solo esta capa se entrena.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A (parte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Entrenamiento y exportación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de entrenamiento (5 épocas)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época: predecir → medir error (cross-entropy) → ajustar solo los pesos de la capa final. Accuracy: 50% (época 1) → 78% (época 5).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(RandomHorizontalFlip)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Voltear imágenes al azar durante el entrenamiento para generalizar mejor con pocos datos.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ONNX (torch.onnx.export)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estándar ejecutable con ONNX Runtime, sin necesitar PyTorch instalado en el servidor de producción.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DEL ENTRENAMIENTO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1.36 - acc 49.8%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0.88 - acc 68.7%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0.71 - acc 75.3%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0.67 -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5/5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0.62 - acc 77.9%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Exportado: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waste_classifier.onnx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(8.9 MB)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FASE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Inferencia: la parte más delicada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modelo ONNX (una sola vez)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InferenceSession al arrancar el servidor — igual que el vectorstore del chatbot.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352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352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29793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Preprocesar EXACTO igual que en el entrenamiento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0883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tamaño (160×160), mismo rango (÷255), misma normalización (mean/std de ImageNet), mismo orden de ejes (HWC→CHW). Si algo no calza, el modelo no falla — predice mal en silencio.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9225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922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86765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convierte logits en probabilidades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178552"/>
            <a:ext cx="5577840" cy="1249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números crudos del modelo se convierten en 6 probabilidades que suman 100%, listas para mostrar en gr.Label.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EN LA PRÁCTICA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logits crudos: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2.3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1.8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-0.5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softmax ↓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probabilidades: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glass:     77%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metal:     16%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cardboard:  2%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(siempre suman 100%,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incluso si la foto no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ninguna categoría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conocida)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 una red ya entrenada en un problema grande y genérico, adaptando solo la parte final a un problema nuevo y específico.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congeladas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que no se actualizan durante el entrenamiento (requires_grad=False) — se preserva el conocimiento visual ya aprendido.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Logits vs. probabilidades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logits son la salida cruda del modelo (cualquier magnitud); softmax los convierte en probabilidades que suman 100%.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inferencia liviano que ejecuta modelos exportados sin necesitar la librería original (PyTorch) — clave para deploys con poca RAM.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con streaming=True se caía con MemoryError decodificando ciertas imágenes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cambió a descarga normal + muestreo balanceado manual sobre el dataset completo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gradio==5.7.1 crasheaba generando el schema de la API para gr.Label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actualizó a gradio==5.50.0, donde el bug ya estaba corregido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2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+ torchvision — entrenamiento (solo local/dev)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— arquitectura base (ImageNet)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datasets — garythung/trashnet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— inferencia en producción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interfaz de subida de foto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variables secretas —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corre local, sin API externa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fotos reales de prueba → "cardboard" 99.6%, "glass" 76.7%, "paper" 94.0% de confianza.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Shape 1"/>
          <p:cNvSpPr/>
          <p:nvPr/>
        </p:nvSpPr>
        <p:spPr>
          <a:xfrm>
            <a:off x="3383280" y="2331720"/>
            <a:ext cx="36576" cy="18288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0" y="2331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 Tool-Use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337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cuándo llamar herramientas reales: calculadora, clima, Wikipedia, hora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tool-use (function calling)?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86000"/>
            <a:ext cx="548640" cy="548640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normal solo genera texto: no puede calcular con precisión, no sabe el clima de hoy ni la hora actual. Si le preguntas, inventa una respuesta que suena bien pero puede ser falsa (alucinación).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028090"/>
          </a:solidFill>
          <a:ln/>
        </p:spPr>
      </p:sp>
      <p:sp>
        <p:nvSpPr>
          <p:cNvPr id="10" name="Shape 8"/>
          <p:cNvSpPr/>
          <p:nvPr/>
        </p:nvSpPr>
        <p:spPr>
          <a:xfrm>
            <a:off x="6675120" y="228600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331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function calling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06324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responder directo, el modelo puede pedir "ejecuta la función calculator con expression='23*4'". Python corre esa función de verdad y le devuelve el resultado, para que termine su respuesta con datos reales en la mano.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ARQUITECTURA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agente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— se repite hasta tener suficiente información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del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42316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8" name="Shape 6"/>
          <p:cNvSpPr/>
          <p:nvPr/>
        </p:nvSpPr>
        <p:spPr>
          <a:xfrm>
            <a:off x="269748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720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¿Necesita una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04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ejecuta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real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20840" y="23225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14" name="Shape 12"/>
          <p:cNvSpPr/>
          <p:nvPr/>
        </p:nvSpPr>
        <p:spPr>
          <a:xfrm>
            <a:off x="6995160" y="19659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04888" y="20391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— verificado en producción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"clima en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Ovalle?"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42316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9748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0720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get_weather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(city='Ovalle')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13.0°C, viento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km/h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4151376"/>
            <a:ext cx="274320" cy="201168"/>
          </a:xfrm>
          <a:prstGeom prst="rightArrow">
            <a:avLst/>
          </a:prstGeom>
          <a:solidFill>
            <a:srgbClr val="6E7C7D"/>
          </a:solidFill>
          <a:ln/>
        </p:spPr>
      </p:sp>
      <p:sp>
        <p:nvSpPr>
          <p:cNvPr id="26" name="Shape 24"/>
          <p:cNvSpPr/>
          <p:nvPr/>
        </p:nvSpPr>
        <p:spPr>
          <a:xfrm>
            <a:off x="6995160" y="379476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04888" y="3867912"/>
            <a:ext cx="16550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a 13°C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73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Ovalle"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2F7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2960" y="519379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los proyectos 1 y 2, acá no hay dos fases separadas — es un solo ciclo que puede repetirse varias veces (hasta MAX_STEPS) antes de dar la respuesta final.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LAS HERRAMIENTAS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herramientas, sin frameworks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(evaluación segura, no eval())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arma el string de la expresión — un eval() crudo sería ejecución de código arbitrario. Se usa ast.parse() y solo se permiten números y operadores aritméticos.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(get_weather, Open-Meteo)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Geocoding (ciudad → lat/lon) + forecast (lat/lon → clima actual). Gratis, sin API key.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Wikipedia (search_wikipedia)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más problemas dio — ver troubleshooting. Hoy resuelve el título real antes de pedir el resumen.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actual (get_current_time)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sin llamada de red — usa zoneinfo (librería estándar) para cualquier zona horaria IANA.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 UNA HERRAMIENTA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"type": "function",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"function":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"calculator",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"Evaluate 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basic arithmetic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expression",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"parameters":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"type": "object",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"properties": 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"expression":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{"type":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"string"}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"required":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["expression"]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EL LOOP DEL AGENTE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run_agent(): la pieza central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al modelo con tools=TOOL_SCHEMAS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3911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 parámetro es lo que habilita function calling — sin él, la API se comporta como un chat normal.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6037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6037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90550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pidió ninguna herramienta?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1640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 su respuesta final — se devuelve el texto y el ciclo termina.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376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1376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8279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¿Pidió una herramienta?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9369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su petición en el historial, Python ejecuta la función real, y el resultado se agrega con role: "tool". El ciclo vuelve a empezar.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31495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31495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6008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MAX_STEPS = 5 como salvaguarda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570982"/>
            <a:ext cx="557784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 límite, un agente con bugs (como el que encontramos) podría pedir herramientas para siempre.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78040" y="1783080"/>
            <a:ext cx="4434840" cy="4709160"/>
          </a:xfrm>
          <a:prstGeom prst="roundRect">
            <a:avLst>
              <a:gd name="adj" fmla="val 1649"/>
            </a:avLst>
          </a:prstGeom>
          <a:solidFill>
            <a:srgbClr val="0737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066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RECHAZABA ESTO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40280"/>
            <a:ext cx="4023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message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.model_dump()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incluye campos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extra que Groq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rechaza (ej.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"annotations")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SÍ funciona: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messages.append({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"role":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"assistant",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"content":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message.content,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"tool_calls":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[...]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9FB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CONCEPTOS CLAVE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Glosario para no perderse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tool-use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capacidad de un LLM de pedir la ejecución de una función real en vez de solo generar texto — la base de todo "agente de IA".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519672" y="199339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9672" y="210312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(JSON Schema)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51460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descripción estructurada de una herramienta (nombre, propósito, argumentos) que el modelo lee para decidir cómo llamarla.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como control de comportamiento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todos los bugs se arreglan con código — a veces el fix real es una instrucción más clara en el prompt.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977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2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519672" y="4233672"/>
            <a:ext cx="4572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9672" y="434340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Salvaguarda de pasos máximos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4754880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límite explícito de vueltas del ciclo, para que un agente con bugs no quede pidiendo herramientas para siempre.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TROUBLESHOOTING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problemas reales en el camino al deploy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60120" y="1874520"/>
            <a:ext cx="32004" cy="2084832"/>
          </a:xfrm>
          <a:prstGeom prst="rect">
            <a:avLst/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6" name="Text 4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 Wikipedia rechazaba las peticiones (403: falta un User-Agent)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29384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0" y="1783080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03720" y="1783080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agregó un header User-Agent descriptivo, como exige su política de bots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90088"/>
            <a:ext cx="365760" cy="365760"/>
          </a:xfrm>
          <a:prstGeom prst="ellipse">
            <a:avLst/>
          </a:prstGeom>
          <a:solidFill>
            <a:srgbClr val="C1440E"/>
          </a:solidFill>
          <a:ln w="25400"/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16936"/>
            <a:ext cx="46634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reintentaba variaciones de una búsqueda fallida hasta agotar MAX_STEPS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063240"/>
            <a:ext cx="365760" cy="201168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0" y="2916936"/>
            <a:ext cx="4937760" cy="996696"/>
          </a:xfrm>
          <a:prstGeom prst="roundRect">
            <a:avLst>
              <a:gd name="adj" fmla="val 5505"/>
            </a:avLst>
          </a:prstGeom>
          <a:solidFill>
            <a:srgbClr val="F2F7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2916936"/>
            <a:ext cx="44805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ahora resuelve el título real primero, y el prompt le dice explícitamente que no reintente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3 · RESUMEN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Stack, deploy y resultado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TÉCNICO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(SDK oficial) — sin LangChain, protocolo visible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35000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— Open-Meteo y Wikipedia (APIs gratis)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25496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734056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zoneinfo (estándar) — hora por zona horaria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09544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18104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(openai/gpt-oss-20b) — decide qué herramienta usar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109728" cy="10972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50215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— muestra los pasos del agente en cada respuesta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69164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0737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1945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Render (free tier)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Blueprint: render.yaml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GROQ_API_KEY (secreta)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fijado: 3.10.13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Verificado en producción: pregunta compuesta (clima + cálculo) → llamó a get_weather correctamente y resolvió ambas partes.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que se repiten en los tres proyectos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2F7F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7830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09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Liviano en producción, pesado solo en desarrollo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984248"/>
            <a:ext cx="10058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PyTorch/sentence-transformers entrenan y prueban local; ONNX Runtime / FastEmbed corren en el servidor. Nada de torch en el deploy final.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67919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606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no confíes en "latest"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10058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 explícito, versiones exactas en requirements.txt. Los free tiers cambian de Python por defecto sin avisar, y eso rompe builds silenciosamente.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2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3575304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02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"Compila" no es "funciona"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76472"/>
            <a:ext cx="10058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proyectos parecían listos tras el build — pero fallaban en runtime real (memoria, esquema, un loop infinito). Siempre se probó con una pregunta real contra el servidor desplegado.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3425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9050">
            <a:solidFill>
              <a:srgbClr val="F2F7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471416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3982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free tiers tienen límites reales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672584"/>
            <a:ext cx="10058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de RAM, cold starts de 30-60s, cambios de precios de un día para otro (Hugging Face Spaces). Hay que diseñar para esas restricciones, no asumirlas.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23036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2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5367528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367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529437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genera un LLM no es seguro por defecto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568696"/>
            <a:ext cx="10058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arma expresiones para un eval() es una vulnerabilidad de ejecución de código. Y no todo bug se arregla con código — a veces el fix real es el prompt.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estudio · IA en Python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37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4114800"/>
            <a:ext cx="5029200" cy="5029200"/>
          </a:xfrm>
          <a:prstGeom prst="ellipse">
            <a:avLst/>
          </a:prstGeom>
          <a:solidFill>
            <a:srgbClr val="00A896">
              <a:alpha val="11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3 proyectos a un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portafolio de IA completo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73075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36576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recomendación — fundamentos de ML clásico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23367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(audio) y YOLO (detección) — nuevas modalidades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736592"/>
            <a:ext cx="91440" cy="914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4663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con LoRA — el más avanzado, para el final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43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portafolio de IA vivirá en un repo nuevo, separado, con un enlace al portafolio web actual.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2026-09-03T23:47:59Z</dcterms:created>
  <dcterms:modified xsi:type="dcterms:W3CDTF">2026-09-03T23:47:59Z</dcterms:modified>
</cp:coreProperties>
</file>